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oppi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feb23e3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feb23e3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feb23e3a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feb23e3a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BethRules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d2bf9c2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d2bf9c2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BethRules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feb23e3a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feb23e3a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BethRules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d347a413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9d347a413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BethRules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9d347a413_5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9d347a413_5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BethRules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8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Poppins"/>
                <a:ea typeface="Poppins"/>
                <a:cs typeface="Poppins"/>
                <a:sym typeface="Poppins"/>
              </a:rPr>
              <a:t>How to Download ScratchJr Blocks and Bots </a:t>
            </a:r>
            <a:endParaRPr b="1" sz="4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Steps 1-2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775" y="1476375"/>
            <a:ext cx="21907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4775" y="1139625"/>
            <a:ext cx="3021250" cy="302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176025" y="4160875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Poppins"/>
                <a:ea typeface="Poppins"/>
                <a:cs typeface="Poppins"/>
                <a:sym typeface="Poppins"/>
              </a:rPr>
              <a:t>You need an</a:t>
            </a:r>
            <a:r>
              <a:rPr b="1" lang="en" sz="17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700" u="sng">
                <a:latin typeface="Poppins"/>
                <a:ea typeface="Poppins"/>
                <a:cs typeface="Poppins"/>
                <a:sym typeface="Poppins"/>
              </a:rPr>
              <a:t>iPhone or iPad</a:t>
            </a:r>
            <a:endParaRPr b="1" sz="1700" u="sng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068300" y="3848450"/>
            <a:ext cx="3000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Poppins"/>
                <a:ea typeface="Poppins"/>
                <a:cs typeface="Poppins"/>
                <a:sym typeface="Poppins"/>
              </a:rPr>
              <a:t>Download</a:t>
            </a:r>
            <a:r>
              <a:rPr b="1" lang="en" sz="1700">
                <a:latin typeface="Poppins"/>
                <a:ea typeface="Poppins"/>
                <a:cs typeface="Poppins"/>
                <a:sym typeface="Poppins"/>
              </a:rPr>
              <a:t> “Testflight” on from the App store  </a:t>
            </a:r>
            <a:endParaRPr b="1"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Poppins"/>
                <a:ea typeface="Poppins"/>
                <a:cs typeface="Poppins"/>
                <a:sym typeface="Poppins"/>
              </a:rPr>
              <a:t>No need to do anything with this app yet, just download it</a:t>
            </a:r>
            <a:endParaRPr b="1" i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75275" y="2287350"/>
            <a:ext cx="10530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46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oppins"/>
              <a:buAutoNum type="arabicPeriod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325900" y="2144000"/>
            <a:ext cx="10530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endParaRPr sz="5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Step 3 - ScratchJrBlocks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875275" y="2287350"/>
            <a:ext cx="10530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5200" y="883113"/>
            <a:ext cx="3820974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4525575" y="4451400"/>
            <a:ext cx="318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With the camera of your device, scan this QR code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" name="Google Shape;74;p15" title="Option 2 w Mas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397" y="1263653"/>
            <a:ext cx="3059900" cy="305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Step 3 - ScratchJrBots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-936125" y="2074900"/>
            <a:ext cx="10530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165650" y="4238950"/>
            <a:ext cx="318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With the camera of your device, scan this QR code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163" y="957675"/>
            <a:ext cx="3128874" cy="312887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4840375" y="4238950"/>
            <a:ext cx="352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After opening link click “Continue to destination”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6" title="Bots Icon v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2149" y="1278174"/>
            <a:ext cx="2700327" cy="2700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Step 4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875275" y="2287350"/>
            <a:ext cx="10530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50" y="1169300"/>
            <a:ext cx="219075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3072000" y="1114324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Open Testflight again, and you should now see the Blocks and Bots apps!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7" title="Blocks and Bots app tentati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73583">
            <a:off x="6067122" y="2508402"/>
            <a:ext cx="1786733" cy="17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Option 2 w Mas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165639">
            <a:off x="6264000" y="637036"/>
            <a:ext cx="1392988" cy="139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Bots Icon v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81922">
            <a:off x="7371632" y="1559245"/>
            <a:ext cx="1410861" cy="141086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3072000" y="2970449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If not, g</a:t>
            </a: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o back to browser and click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“view in TestFlight”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Step 5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875275" y="2287350"/>
            <a:ext cx="10530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5725" y="1476375"/>
            <a:ext cx="219075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3072000" y="1560825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Go back to internet browser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Click “view in TestFlight”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224776">
            <a:off x="373046" y="1151104"/>
            <a:ext cx="1879933" cy="1879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8125" y="2439225"/>
            <a:ext cx="1806374" cy="180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Step 6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875275" y="2287350"/>
            <a:ext cx="10530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723000" y="1692450"/>
            <a:ext cx="39954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Return to Home Screen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Poppins"/>
                <a:ea typeface="Poppins"/>
                <a:cs typeface="Poppins"/>
                <a:sym typeface="Poppins"/>
              </a:rPr>
              <a:t>Click on apps </a:t>
            </a:r>
            <a:endParaRPr b="1"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9" title="Blocks and Bots app tentati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73583">
            <a:off x="6067122" y="2508402"/>
            <a:ext cx="1786733" cy="17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 title="Option 2 w Mas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165639">
            <a:off x="6264000" y="637036"/>
            <a:ext cx="1392988" cy="139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 title="Bots Icon v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81922">
            <a:off x="7371632" y="1559245"/>
            <a:ext cx="1410861" cy="141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